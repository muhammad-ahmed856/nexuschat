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3840480" cy="6711696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49039" y="73152"/>
            <a:ext cx="73152" cy="6711696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C2FF"/>
                </a:solidFill>
              </a:rPr>
              <a:t>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C8"/>
                </a:solidFill>
              </a:rPr>
              <a:t>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74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Real-Time Network
Chat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972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FFC8"/>
                </a:solidFill>
              </a:rPr>
              <a:t>Computer Network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3736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Final Project
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dirty="0">
                <a:solidFill>
                  <a:srgbClr val="CCDDEE"/>
                </a:solidFill>
              </a:rPr>
              <a:t>Muhammad Ahmed</a:t>
            </a:r>
            <a:endParaRPr sz="1500" b="0" i="0" dirty="0">
              <a:solidFill>
                <a:srgbClr val="CCDDE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0" y="4114800"/>
            <a:ext cx="2377440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0" y="4114800"/>
            <a:ext cx="237744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4622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Computer Networks Lab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114800"/>
            <a:ext cx="2377440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4114800"/>
            <a:ext cx="237744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59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44622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Network 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114800"/>
            <a:ext cx="2377440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4114800"/>
            <a:ext cx="237744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4622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10:40 AM – 04:00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NexusChat?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NexusChat is a full-featured real-time chat application built on a client-server architecture. It supports instant messaging, file sharing, voice messages, and multi-room conversations — all running over a local area network using PHP, MySQL, and WebSockets.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2743200" cy="22860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240280"/>
            <a:ext cx="274320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Real-Time
Messaging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</a:rPr>
              <a:t>WebSocket-powered instant message delivery across all connected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40280"/>
            <a:ext cx="2743200" cy="22860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274320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File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4930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</a:rPr>
              <a:t>Upload &amp; download files of any type with chunked streaming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40280"/>
            <a:ext cx="2743200" cy="22860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240280"/>
            <a:ext cx="274320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Secure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930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</a:rPr>
              <a:t>Session-based login with SQL injection prevention via prepared statements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240280"/>
            <a:ext cx="2743200" cy="22860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2240280"/>
            <a:ext cx="274320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4930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</a:rPr>
              <a:t>Runs fully offline on a local network — no internet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TECH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59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PHP 8.2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20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MySQL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79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JavaScript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19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39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WebSocket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Apache/XAMPP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5029200"/>
            <a:ext cx="1783080" cy="38404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95560" y="50749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HTML/CSS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91440" cy="137160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FF"/>
                </a:solidFill>
              </a:rPr>
              <a:t>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Browser (HTML + CSS + 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script.js handles UI, sends AJAX requests, manages WebSocket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7157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FF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98648"/>
            <a:ext cx="11430000" cy="13716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898648"/>
            <a:ext cx="91440" cy="13716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C8"/>
                </a:solidFill>
              </a:rPr>
              <a:t>SERVER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82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Apache + PHP (XAMPP)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ajax_server.php processes requests · socket_server.php manages real-time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28853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71416"/>
            <a:ext cx="11430000" cy="13716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471416"/>
            <a:ext cx="91440" cy="1371600"/>
          </a:xfrm>
          <a:prstGeom prst="rect">
            <a:avLst/>
          </a:prstGeom>
          <a:solidFill>
            <a:srgbClr val="FFA050"/>
          </a:solidFill>
          <a:ln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544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050"/>
                </a:solidFill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554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MySQL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760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Stores users, messages, rooms, file metadata — accessed via PDO prepared statements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490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Multi-Room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92807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Users can create and join multiple chat rooms. Messages are isolated per room with real-time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490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File 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92807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Send images, videos, audio, and any file type. Large files stream in 1MB chunks — no memory overflow.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39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063239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3227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Voice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63016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Record and send voice notes directly in chat. Plays back with an inline audio player.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063239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063239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3227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63016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Secure login and registration. Sessions protected against hijacking with HTTP-only cookies.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00600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800600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4965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LAN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536752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Works completely offline. Devices on the same network connect via local IP — no internet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00600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800600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4965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536752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Admins can manage users, rooms, and monitor activity through a dedicated control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Protocols &amp;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210312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91440" cy="210312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</a:rPr>
              <a:t>HTTP / HTTPS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90472"/>
            <a:ext cx="1371600" cy="347472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PORT 80/443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Used for all AJAX requests between browser and ajax_server.php. Handles login, messages, file upload/download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623560" cy="210312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91440" cy="210312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FC8"/>
                </a:solidFill>
              </a:rPr>
              <a:t>WebSocket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78440" y="1490472"/>
            <a:ext cx="1371600" cy="347472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78440" y="15087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PORT 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Persistent full-duplex connection via socket_server.php. Pushes new messages to all clients in real time without polling.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5623560" cy="210312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91440" cy="2103120"/>
          </a:xfrm>
          <a:prstGeom prst="rect">
            <a:avLst/>
          </a:prstGeom>
          <a:solidFill>
            <a:srgbClr val="FFA050"/>
          </a:solidFill>
          <a:ln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050"/>
                </a:solidFill>
              </a:rPr>
              <a:t>TCP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822191"/>
            <a:ext cx="1371600" cy="347472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8404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Transport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Both HTTP and WebSocket run over TCP — guarantees reliable, ordered delivery of all messages and file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5623560" cy="210312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657600"/>
            <a:ext cx="91440" cy="2103120"/>
          </a:xfrm>
          <a:prstGeom prst="rect">
            <a:avLst/>
          </a:prstGeom>
          <a:solidFill>
            <a:srgbClr val="A080FF"/>
          </a:solidFill>
          <a:ln>
            <a:solidFill>
              <a:srgbClr val="A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080FF"/>
                </a:solidFill>
              </a:rPr>
              <a:t>MySQL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78440" y="3822191"/>
            <a:ext cx="1371600" cy="347472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78440" y="38404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PORT 3306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434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Database protocol used internally. PHP connects via PDO with prepared statements to prevent SQL injection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We Secured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SQL Injection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All database queries use PDO prepared statements. User input is never directly concatenated into SQL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Session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Cookies set with HttpOnly, SameSite=Lax flags. HTTPS enforces Secure flag in production to prevent session hijacking.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3580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File Upload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8444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MIME type and extension are validated on upload. Files are renamed randomly and stored outside web root.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03580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035808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18211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Authenticated Downloads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8444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Files can only be downloaded by logged-in users. Every serve_file request checks the session before streaming.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7316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773168"/>
            <a:ext cx="5623560" cy="64008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XSS Prevention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21807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All user-generated content is HTML-escaped before display using escHtml() on the client side.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73168"/>
            <a:ext cx="5623560" cy="155448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773168"/>
            <a:ext cx="5623560" cy="64008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Large File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21807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Apache LimitRequestBody set to 10GB. PHP limits raised in php.ini. Files streamed in 1MB chunks to avoid memory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8"/>
                </a:solidFill>
              </a:rPr>
              <a:t>FILE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File Sending &amp; Download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21440" cy="9144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73152" cy="91440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90472"/>
            <a:ext cx="566928" cy="56692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 Selects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01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User picks a file in the browser. JS reads it using FormData and starts an XMLHttpRequest upload.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58568"/>
            <a:ext cx="566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2FF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0008"/>
            <a:ext cx="11521440" cy="9144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350008"/>
            <a:ext cx="73152" cy="91440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566928" cy="56692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FFC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Upload to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25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File sent via HTTP POST (multipart/form-data) to ajax_server.php. Apache LimitRequestBody allows up to 10GB.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82696"/>
            <a:ext cx="566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C8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74136"/>
            <a:ext cx="11521440" cy="9144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374136"/>
            <a:ext cx="73152" cy="914400"/>
          </a:xfrm>
          <a:prstGeom prst="rect">
            <a:avLst/>
          </a:prstGeom>
          <a:solidFill>
            <a:srgbClr val="FFA050"/>
          </a:solidFill>
          <a:ln>
            <a:solidFill>
              <a:srgbClr val="FF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538728"/>
            <a:ext cx="566928" cy="56692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5387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05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447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Server Validates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49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PHP checks MIME type and extension. File is renamed randomly and saved. Metadata stored in MySQL.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06824"/>
            <a:ext cx="566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050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98264"/>
            <a:ext cx="11521440" cy="9144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98264"/>
            <a:ext cx="73152" cy="914400"/>
          </a:xfrm>
          <a:prstGeom prst="rect">
            <a:avLst/>
          </a:prstGeom>
          <a:solidFill>
            <a:srgbClr val="A080FF"/>
          </a:solidFill>
          <a:ln>
            <a:solidFill>
              <a:srgbClr val="A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562856"/>
            <a:ext cx="566928" cy="56692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6285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80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471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Message Broadcast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873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Socket server notifies all room members of the new file. File ID is embedded in the message.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566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80FF"/>
                </a:solidFill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422392"/>
            <a:ext cx="11521440" cy="91440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5422392"/>
            <a:ext cx="73152" cy="914400"/>
          </a:xfrm>
          <a:prstGeom prst="rect">
            <a:avLst/>
          </a:prstGeom>
          <a:solidFill>
            <a:srgbClr val="00E57A"/>
          </a:solidFill>
          <a:ln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5586984"/>
            <a:ext cx="566928" cy="566928"/>
          </a:xfrm>
          <a:prstGeom prst="rect">
            <a:avLst/>
          </a:prstGeom>
          <a:solidFill>
            <a:srgbClr val="053A52"/>
          </a:solidFill>
          <a:ln>
            <a:solidFill>
              <a:srgbClr val="05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5869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7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495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Receiver Downloads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Recipient clicks Download. JS uses fetch() to request the file, receives it as a blob, saves it locally.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114800" cy="6711696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41648" y="73152"/>
            <a:ext cx="73152" cy="6711696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THANK
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FFC8"/>
                </a:solidFill>
              </a:rPr>
              <a:t>NexusChat – Real-Time LAN Chat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64008" cy="59436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3113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Client-Server · PHP + MySQL + WebSocket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633472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633472"/>
            <a:ext cx="64008" cy="59436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6791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94436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HTTP, WebSocket, TCP, MySQL (port 3306)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346704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3346704"/>
            <a:ext cx="64008" cy="59436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3392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Key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657600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Real-time chat, file transfer, voice messages, LAN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059935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059935"/>
            <a:ext cx="64008" cy="59436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410565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370831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PDO prepared statements, session protection, MIME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773168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4773168"/>
            <a:ext cx="64008" cy="594360"/>
          </a:xfrm>
          <a:prstGeom prst="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4818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FF"/>
                </a:solidFill>
              </a:rPr>
              <a:t>File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5084064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Chunked streaming, 10GB Apache limit, JS blob downloads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5486400"/>
            <a:ext cx="7452360" cy="594360"/>
          </a:xfrm>
          <a:prstGeom prst="rect">
            <a:avLst/>
          </a:prstGeom>
          <a:solidFill>
            <a:srgbClr val="16283A"/>
          </a:solidFill>
          <a:ln>
            <a:solidFill>
              <a:srgbClr val="16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5486400"/>
            <a:ext cx="64008" cy="594360"/>
          </a:xfrm>
          <a:prstGeom prst="rect">
            <a:avLst/>
          </a:prstGeom>
          <a:solidFill>
            <a:srgbClr val="00FFC8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0288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C8"/>
                </a:solidFill>
              </a:rPr>
              <a:t>Networking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579729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Full LAN deployment — no internet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263640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0C2FF"/>
                </a:solidFill>
              </a:rPr>
              <a:t>Ready for Questions &amp; Live Demo  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798</Words>
  <Application>Microsoft Office PowerPoint</Application>
  <PresentationFormat>Custom</PresentationFormat>
  <Paragraphs>127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Muhammad Ahmed</cp:lastModifiedBy>
  <cp:revision>2</cp:revision>
  <dcterms:created xsi:type="dcterms:W3CDTF">2013-01-27T09:14:16Z</dcterms:created>
  <dcterms:modified xsi:type="dcterms:W3CDTF">2026-06-18T19:29:17Z</dcterms:modified>
  <cp:category/>
</cp:coreProperties>
</file>